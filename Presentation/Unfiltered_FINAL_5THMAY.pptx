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D1B69">
              <a:alpha val="35000"/>
            </a:srgbClr>
          </a:solidFill>
          <a:ln w="12700">
            <a:solidFill>
              <a:srgbClr val="2D1B69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943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Emotional Companion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2176272"/>
            <a:ext cx="3200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59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501 – Mobile Application Development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27355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18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Vidney Milind Jadhav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62102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 Sandeep Joshi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96849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13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Sandeep Joshi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502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822960"/>
            <a:ext cx="2743200" cy="2743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66928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– Emotional Companion 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Gen-Z: highly connected, emotionally disconnected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stress, anxiety, loneliness &amp; burnout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feel unheard despite constant online presence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27832" y="13258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32588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Wrong Today?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19659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→ comparison &amp; fake perfection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forums → unsafe &amp; unmoderated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apps → expensive &amp; inaccessible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35624" y="13258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32588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9659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safe, anonymous emotional space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self-expression outlet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mental health awareness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2D1B69">
              <a:alpha val="50000"/>
            </a:srgbClr>
          </a:solidFill>
          <a:ln w="12700">
            <a:solidFill>
              <a:srgbClr val="2D1B69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anonymous emotional companion that helps users: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56816"/>
            <a:ext cx="2743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emotions honestly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2743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understand their mood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2743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8712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through journaling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3467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safely with others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2743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real-world actions (digital detox)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2011680"/>
            <a:ext cx="1097280" cy="1097280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25420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3017520"/>
            <a:ext cx="1097280" cy="1097280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35478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4023360"/>
            <a:ext cx="1097280" cy="1097280"/>
          </a:xfrm>
          <a:prstGeom prst="ellipse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💜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58000" y="45537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Well-being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Unfiltered: Your Emotional Companion</dc:title>
  <dc:subject>PptxGenJS Presentation</dc:subject>
  <dc:creator>PptxGenJS</dc:creator>
  <cp:lastModifiedBy>PptxGenJS</cp:lastModifiedBy>
  <cp:revision>1</cp:revision>
  <dcterms:created xsi:type="dcterms:W3CDTF">2026-05-05T17:23:44Z</dcterms:created>
  <dcterms:modified xsi:type="dcterms:W3CDTF">2026-05-05T17:23:44Z</dcterms:modified>
</cp:coreProperties>
</file>